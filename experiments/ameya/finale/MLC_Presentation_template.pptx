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5"/>
  </p:notesMasterIdLst>
  <p:sldIdLst>
    <p:sldId id="257" r:id="rId2"/>
    <p:sldId id="262" r:id="rId3"/>
    <p:sldId id="279" r:id="rId4"/>
  </p:sldIdLst>
  <p:sldSz cx="9144000" cy="5143500" type="screen16x9"/>
  <p:notesSz cx="6858000" cy="9144000"/>
  <p:embeddedFontLst>
    <p:embeddedFont>
      <p:font typeface="Ember Modern Display Standard" panose="020B0503020204020204" pitchFamily="34" charset="0"/>
      <p:regular r:id="rId6"/>
      <p:bold r:id="rId7"/>
    </p:embeddedFont>
    <p:embeddedFont>
      <p:font typeface="Helvetica Neue" panose="020B0604020202020204" charset="0"/>
      <p:regular r:id="rId8"/>
      <p:bold r:id="rId9"/>
      <p:italic r:id="rId10"/>
      <p:boldItalic r:id="rId11"/>
    </p:embeddedFont>
    <p:embeddedFont>
      <p:font typeface="Play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ylec@amazon.co.uk" initials="" lastIdx="8" clrIdx="0"/>
  <p:cmAuthor id="1" name="Monika Lumb" initials="" lastIdx="4" clrIdx="1"/>
  <p:cmAuthor id="2" name="Samantha Trup" initials="" lastIdx="1" clrIdx="2"/>
  <p:cmAuthor id="3" name="Gabriela Beitel" initials="" lastIdx="17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101"/>
    <a:srgbClr val="131C27"/>
    <a:srgbClr val="EEEEEE"/>
    <a:srgbClr val="F491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26"/>
  </p:normalViewPr>
  <p:slideViewPr>
    <p:cSldViewPr snapToGrid="0">
      <p:cViewPr varScale="1">
        <p:scale>
          <a:sx n="93" d="100"/>
          <a:sy n="93" d="100"/>
        </p:scale>
        <p:origin x="544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font" Target="fonts/font10.fntdata"/><Relationship Id="rId10" Type="http://schemas.openxmlformats.org/officeDocument/2006/relationships/font" Target="fonts/font5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e4afcfa35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ae4afcfa35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a4273c6775_0_3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a4273c6775_0_3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>
          <a:extLst>
            <a:ext uri="{FF2B5EF4-FFF2-40B4-BE49-F238E27FC236}">
              <a16:creationId xmlns:a16="http://schemas.microsoft.com/office/drawing/2014/main" id="{8DDBAE79-5551-27A9-A762-591EA6DD9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e4afcfa35_0_222:notes">
            <a:extLst>
              <a:ext uri="{FF2B5EF4-FFF2-40B4-BE49-F238E27FC236}">
                <a16:creationId xmlns:a16="http://schemas.microsoft.com/office/drawing/2014/main" id="{1ADA5E14-48EE-1348-1869-2ED73EC4F1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e4afcfa35_0_222:notes">
            <a:extLst>
              <a:ext uri="{FF2B5EF4-FFF2-40B4-BE49-F238E27FC236}">
                <a16:creationId xmlns:a16="http://schemas.microsoft.com/office/drawing/2014/main" id="{FAB588EA-0C48-4CD3-973F-7335AD8C7D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226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73175" y="1132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ser Purple">
  <p:cSld name="TITLE_ONLY_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 type="obj">
  <p:cSld name="OBJECT">
    <p:bg>
      <p:bgPr>
        <a:solidFill>
          <a:srgbClr val="FF6200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6"/>
          <p:cNvSpPr/>
          <p:nvPr/>
        </p:nvSpPr>
        <p:spPr>
          <a:xfrm>
            <a:off x="0" y="0"/>
            <a:ext cx="9147366" cy="5145465"/>
          </a:xfrm>
          <a:custGeom>
            <a:avLst/>
            <a:gdLst/>
            <a:ahLst/>
            <a:cxnLst/>
            <a:rect l="l" t="t" r="r" b="b"/>
            <a:pathLst>
              <a:path w="20104100" h="11308715" extrusionOk="0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FF62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/>
          </a:p>
        </p:txBody>
      </p:sp>
      <p:sp>
        <p:nvSpPr>
          <p:cNvPr id="98" name="Google Shape;98;p26"/>
          <p:cNvSpPr txBox="1">
            <a:spLocks noGrp="1"/>
          </p:cNvSpPr>
          <p:nvPr>
            <p:ph type="title"/>
          </p:nvPr>
        </p:nvSpPr>
        <p:spPr>
          <a:xfrm>
            <a:off x="351411" y="268461"/>
            <a:ext cx="4280400" cy="6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2300" b="1" i="0">
                <a:solidFill>
                  <a:srgbClr val="FF6200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6"/>
          <p:cNvSpPr txBox="1">
            <a:spLocks noGrp="1"/>
          </p:cNvSpPr>
          <p:nvPr>
            <p:ph type="body" idx="1"/>
          </p:nvPr>
        </p:nvSpPr>
        <p:spPr>
          <a:xfrm>
            <a:off x="4701119" y="2487711"/>
            <a:ext cx="3905700" cy="21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800"/>
              <a:buNone/>
              <a:defRPr sz="2300" b="1" i="0">
                <a:solidFill>
                  <a:srgbClr val="161D26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6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59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"/>
              <a:buNone/>
              <a:defRPr sz="6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>
            <a:endParaRPr/>
          </a:p>
        </p:txBody>
      </p:sp>
      <p:sp>
        <p:nvSpPr>
          <p:cNvPr id="101" name="Google Shape;101;p26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>
            <a:endParaRPr/>
          </a:p>
        </p:txBody>
      </p:sp>
      <p:sp>
        <p:nvSpPr>
          <p:cNvPr id="102" name="Google Shape;102;p26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ser Plum" userDrawn="1">
  <p:cSld name="TITLE_AND_TWO_COLUMNS_1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443B5F7-EF56-1F15-49A3-569995F718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9463" y="1866864"/>
            <a:ext cx="1773237" cy="2024100"/>
          </a:xfrm>
          <a:prstGeom prst="roundRect">
            <a:avLst>
              <a:gd name="adj" fmla="val 12434"/>
            </a:avLst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454DC439-9F8D-9427-12C5-06A07E1271E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717445" y="1866864"/>
            <a:ext cx="1773237" cy="2024100"/>
          </a:xfrm>
          <a:prstGeom prst="roundRect">
            <a:avLst>
              <a:gd name="adj" fmla="val 12434"/>
            </a:avLst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5A368EE7-3E3B-2F44-2596-2B5B8D64F89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48603" y="1866864"/>
            <a:ext cx="1773237" cy="2024100"/>
          </a:xfrm>
          <a:prstGeom prst="roundRect">
            <a:avLst>
              <a:gd name="adj" fmla="val 12434"/>
            </a:avLst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8BA25F23-E8C1-8698-C67D-C52C2F761A8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586585" y="1866864"/>
            <a:ext cx="1773237" cy="2024100"/>
          </a:xfrm>
          <a:prstGeom prst="roundRect">
            <a:avLst>
              <a:gd name="adj" fmla="val 12434"/>
            </a:avLst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ser Plum" preserve="1" userDrawn="1">
  <p:cSld name="1_Wiser Plum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D637DBAA-E392-5870-4249-46419E9FE03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9876" y="1559700"/>
            <a:ext cx="1692771" cy="1932250"/>
          </a:xfrm>
          <a:prstGeom prst="roundRect">
            <a:avLst>
              <a:gd name="adj" fmla="val 12434"/>
            </a:avLst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0F1E19A5-6345-E0C3-F089-1BC3F23E186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34807" y="1559700"/>
            <a:ext cx="1692771" cy="1932250"/>
          </a:xfrm>
          <a:prstGeom prst="roundRect">
            <a:avLst>
              <a:gd name="adj" fmla="val 12434"/>
            </a:avLst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D7EEFAC9-5F28-4633-D474-BAB20FB1B4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916091" y="1559700"/>
            <a:ext cx="1692771" cy="1932250"/>
          </a:xfrm>
          <a:prstGeom prst="roundRect">
            <a:avLst>
              <a:gd name="adj" fmla="val 12434"/>
            </a:avLst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B7913989-BE66-F651-DF45-ABC524911DE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011022" y="1559700"/>
            <a:ext cx="1692771" cy="1932250"/>
          </a:xfrm>
          <a:prstGeom prst="roundRect">
            <a:avLst>
              <a:gd name="adj" fmla="val 12434"/>
            </a:avLst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8586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ser Purple 1">
  <p:cSld name="TITLE_ONLY_2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ser Plum 4">
  <p:cSld name="TITLE_AND_TWO_COLUMNS_5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6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31"/>
          <p:cNvSpPr/>
          <p:nvPr/>
        </p:nvSpPr>
        <p:spPr>
          <a:xfrm>
            <a:off x="3200525" y="0"/>
            <a:ext cx="59436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 1 1 1 1">
  <p:cSld name="CUSTOM_2_1_1_1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_1_1">
  <p:cSld name="SECTION_HEADER_1_1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8" name="Google Shape;118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12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RCLAYS–LIGHT 1 1">
  <p:cSld name="TITLE_ONLY_1_1_2">
    <p:bg>
      <p:bgPr>
        <a:solidFill>
          <a:srgbClr val="00AEEF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6200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73175" y="11322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70" r:id="rId11"/>
    <p:sldLayoutId id="2147483671" r:id="rId12"/>
    <p:sldLayoutId id="2147483673" r:id="rId13"/>
    <p:sldLayoutId id="2147483681" r:id="rId14"/>
    <p:sldLayoutId id="2147483674" r:id="rId15"/>
    <p:sldLayoutId id="2147483675" r:id="rId16"/>
    <p:sldLayoutId id="2147483676" r:id="rId17"/>
    <p:sldLayoutId id="2147483678" r:id="rId18"/>
    <p:sldLayoutId id="2147483679" r:id="rId19"/>
    <p:sldLayoutId id="2147483680" r:id="rId2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C27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7"/>
          <p:cNvSpPr txBox="1"/>
          <p:nvPr/>
        </p:nvSpPr>
        <p:spPr>
          <a:xfrm>
            <a:off x="2744752" y="4084778"/>
            <a:ext cx="17169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63" b="1" dirty="0">
                <a:solidFill>
                  <a:schemeClr val="lt1"/>
                </a:solidFill>
                <a:latin typeface="Ember Modern Display Standard" panose="020B0503020204020204" pitchFamily="34" charset="0"/>
                <a:ea typeface="Special Gothic"/>
                <a:cs typeface="Special Gothic"/>
                <a:sym typeface="Special Gothic"/>
              </a:rPr>
              <a:t>NAME HERE</a:t>
            </a:r>
            <a:endParaRPr sz="1063" b="1" dirty="0">
              <a:solidFill>
                <a:schemeClr val="lt1"/>
              </a:solidFill>
              <a:latin typeface="Ember Modern Display Standard" panose="020B0503020204020204" pitchFamily="34" charset="0"/>
              <a:ea typeface="Special Gothic"/>
              <a:cs typeface="Special Gothic"/>
              <a:sym typeface="Special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63" b="1" dirty="0">
              <a:solidFill>
                <a:srgbClr val="FFFFFF"/>
              </a:solidFill>
              <a:latin typeface="Ember Modern Display Standard" panose="020B0503020204020204" pitchFamily="34" charset="0"/>
              <a:ea typeface="Special Gothic"/>
              <a:cs typeface="Special Gothic"/>
              <a:sym typeface="Special Gothic"/>
            </a:endParaRPr>
          </a:p>
        </p:txBody>
      </p:sp>
      <p:sp>
        <p:nvSpPr>
          <p:cNvPr id="158" name="Google Shape;158;p37"/>
          <p:cNvSpPr txBox="1"/>
          <p:nvPr/>
        </p:nvSpPr>
        <p:spPr>
          <a:xfrm>
            <a:off x="807196" y="4084837"/>
            <a:ext cx="17169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63" b="1" dirty="0">
                <a:solidFill>
                  <a:srgbClr val="FFFFFF"/>
                </a:solidFill>
                <a:latin typeface="Ember Modern Display Standard" panose="020B0503020204020204" pitchFamily="34" charset="0"/>
                <a:ea typeface="Special Gothic"/>
                <a:cs typeface="Special Gothic"/>
                <a:sym typeface="Special Gothic"/>
              </a:rPr>
              <a:t>NAME HERE</a:t>
            </a:r>
            <a:endParaRPr sz="1063" b="1" dirty="0">
              <a:solidFill>
                <a:srgbClr val="FFFFFF"/>
              </a:solidFill>
              <a:latin typeface="Ember Modern Display Standard" panose="020B0503020204020204" pitchFamily="34" charset="0"/>
              <a:ea typeface="Special Gothic"/>
              <a:cs typeface="Special Gothic"/>
              <a:sym typeface="Special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99" b="1" dirty="0">
              <a:solidFill>
                <a:srgbClr val="FFFFFF"/>
              </a:solidFill>
              <a:latin typeface="Ember Modern Display Standard" panose="020B0503020204020204" pitchFamily="34" charset="0"/>
              <a:ea typeface="Special Gothic"/>
              <a:cs typeface="Special Gothic"/>
              <a:sym typeface="Special Gothic"/>
            </a:endParaRPr>
          </a:p>
        </p:txBody>
      </p:sp>
      <p:sp>
        <p:nvSpPr>
          <p:cNvPr id="159" name="Google Shape;159;p37"/>
          <p:cNvSpPr txBox="1"/>
          <p:nvPr/>
        </p:nvSpPr>
        <p:spPr>
          <a:xfrm>
            <a:off x="779287" y="663396"/>
            <a:ext cx="7585425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 b="1" dirty="0">
                <a:solidFill>
                  <a:schemeClr val="lt2"/>
                </a:solidFill>
                <a:latin typeface="Ember Modern Display Standard" panose="020B0503020204020204" pitchFamily="34" charset="0"/>
                <a:ea typeface="Special Gothic"/>
                <a:cs typeface="Special Gothic"/>
                <a:sym typeface="Special Gothic"/>
              </a:rPr>
              <a:t>Team </a:t>
            </a:r>
            <a:r>
              <a:rPr lang="en" sz="5500" b="1" dirty="0">
                <a:solidFill>
                  <a:srgbClr val="FF6101"/>
                </a:solidFill>
                <a:latin typeface="Ember Modern Display Standard" panose="020B0503020204020204" pitchFamily="34" charset="0"/>
                <a:ea typeface="Special Gothic"/>
                <a:cs typeface="Special Gothic"/>
                <a:sym typeface="Special Gothic"/>
              </a:rPr>
              <a:t>Name</a:t>
            </a:r>
            <a:endParaRPr sz="2000" b="1" dirty="0">
              <a:solidFill>
                <a:schemeClr val="lt1"/>
              </a:solidFill>
              <a:latin typeface="Ember Modern Display Standard" panose="020B0503020204020204" pitchFamily="34" charset="0"/>
              <a:ea typeface="Special Gothic"/>
              <a:cs typeface="Special Gothic"/>
              <a:sym typeface="Special Gothic"/>
            </a:endParaRPr>
          </a:p>
        </p:txBody>
      </p:sp>
      <p:sp>
        <p:nvSpPr>
          <p:cNvPr id="160" name="Google Shape;160;p37"/>
          <p:cNvSpPr txBox="1"/>
          <p:nvPr/>
        </p:nvSpPr>
        <p:spPr>
          <a:xfrm>
            <a:off x="6619834" y="4084749"/>
            <a:ext cx="17169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63" b="1" dirty="0">
                <a:solidFill>
                  <a:schemeClr val="lt1"/>
                </a:solidFill>
                <a:latin typeface="Ember Modern Display Standard" panose="020B0503020204020204" pitchFamily="34" charset="0"/>
                <a:ea typeface="Special Gothic"/>
                <a:cs typeface="Special Gothic"/>
                <a:sym typeface="Special Gothic"/>
              </a:rPr>
              <a:t>NAME HERE</a:t>
            </a:r>
            <a:endParaRPr sz="1063" b="1" dirty="0">
              <a:solidFill>
                <a:schemeClr val="lt1"/>
              </a:solidFill>
              <a:latin typeface="Ember Modern Display Standard" panose="020B0503020204020204" pitchFamily="34" charset="0"/>
              <a:ea typeface="Special Gothic"/>
              <a:cs typeface="Special Gothic"/>
              <a:sym typeface="Special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63" b="1" dirty="0">
              <a:solidFill>
                <a:srgbClr val="FFFFFF"/>
              </a:solidFill>
              <a:latin typeface="Ember Modern Display Standard" panose="020B0503020204020204" pitchFamily="34" charset="0"/>
              <a:ea typeface="Special Gothic"/>
              <a:cs typeface="Special Gothic"/>
              <a:sym typeface="Special Gothic"/>
            </a:endParaRPr>
          </a:p>
        </p:txBody>
      </p:sp>
      <p:sp>
        <p:nvSpPr>
          <p:cNvPr id="161" name="Google Shape;161;p37"/>
          <p:cNvSpPr txBox="1"/>
          <p:nvPr/>
        </p:nvSpPr>
        <p:spPr>
          <a:xfrm>
            <a:off x="4682278" y="4084808"/>
            <a:ext cx="17169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63" b="1" dirty="0">
                <a:solidFill>
                  <a:schemeClr val="lt1"/>
                </a:solidFill>
                <a:latin typeface="Ember Modern Display Standard" panose="020B0503020204020204" pitchFamily="34" charset="0"/>
                <a:ea typeface="Special Gothic"/>
                <a:cs typeface="Special Gothic"/>
                <a:sym typeface="Special Gothic"/>
              </a:rPr>
              <a:t>NAME HERE</a:t>
            </a:r>
            <a:endParaRPr sz="1063" b="1" dirty="0">
              <a:solidFill>
                <a:schemeClr val="lt1"/>
              </a:solidFill>
              <a:latin typeface="Ember Modern Display Standard" panose="020B0503020204020204" pitchFamily="34" charset="0"/>
              <a:ea typeface="Special Gothic"/>
              <a:cs typeface="Special Gothic"/>
              <a:sym typeface="Special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63" b="1" dirty="0">
              <a:solidFill>
                <a:srgbClr val="FFFFFF"/>
              </a:solidFill>
              <a:latin typeface="Ember Modern Display Standard" panose="020B0503020204020204" pitchFamily="34" charset="0"/>
              <a:ea typeface="Special Gothic"/>
              <a:cs typeface="Special Gothic"/>
              <a:sym typeface="Special Gothic"/>
            </a:endParaRPr>
          </a:p>
        </p:txBody>
      </p:sp>
      <p:pic>
        <p:nvPicPr>
          <p:cNvPr id="13" name="Picture 12" descr="A logo of a company&#10;&#10;AI-generated content may be incorrect.">
            <a:extLst>
              <a:ext uri="{FF2B5EF4-FFF2-40B4-BE49-F238E27FC236}">
                <a16:creationId xmlns:a16="http://schemas.microsoft.com/office/drawing/2014/main" id="{54E96A6D-C6EA-9D61-ED22-340732ADB5A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94907" y="4731974"/>
            <a:ext cx="554186" cy="185801"/>
          </a:xfrm>
          <a:prstGeom prst="rect">
            <a:avLst/>
          </a:prstGeom>
        </p:spPr>
      </p:pic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B6EBC231-E852-2F1A-C156-0432CEF758F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AB9B1BB-405A-843D-39F8-98C2FD91D45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AB42942B-65ED-01F3-97B1-DDAE12BA2B0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42C7DB1B-4976-1140-FC37-734FF04D816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39400" y="198600"/>
            <a:ext cx="8665200" cy="4746300"/>
          </a:xfrm>
          <a:prstGeom prst="roundRect">
            <a:avLst>
              <a:gd name="adj" fmla="val 2303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Ember Modern Display Standard" panose="020B0503020204020204" pitchFamily="34" charset="0"/>
            </a:endParaRPr>
          </a:p>
        </p:txBody>
      </p:sp>
      <p:sp>
        <p:nvSpPr>
          <p:cNvPr id="288" name="Google Shape;288;p42"/>
          <p:cNvSpPr/>
          <p:nvPr/>
        </p:nvSpPr>
        <p:spPr>
          <a:xfrm>
            <a:off x="6232939" y="3249928"/>
            <a:ext cx="275867" cy="275867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50250" tIns="50250" rIns="50250" bIns="502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769">
              <a:latin typeface="Ember Modern Display Standard" panose="020B0503020204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5ECEFE9-E472-7AAB-38A6-250A92180EB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20900" y="352642"/>
            <a:ext cx="554186" cy="1856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5C99D1A-7882-ACEA-5419-78F90F23C9B9}"/>
              </a:ext>
            </a:extLst>
          </p:cNvPr>
          <p:cNvSpPr txBox="1"/>
          <p:nvPr/>
        </p:nvSpPr>
        <p:spPr>
          <a:xfrm>
            <a:off x="316975" y="1308628"/>
            <a:ext cx="835811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Ember Modern Display Standard" panose="020B0503020204020204" pitchFamily="34" charset="0"/>
              </a:rPr>
              <a:t>Lorem ipsum dolor sit </a:t>
            </a:r>
            <a:r>
              <a:rPr lang="en-US" sz="1200" dirty="0" err="1">
                <a:latin typeface="Ember Modern Display Standard" panose="020B0503020204020204" pitchFamily="34" charset="0"/>
              </a:rPr>
              <a:t>amet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consectetur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adipiscing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elit</a:t>
            </a:r>
            <a:r>
              <a:rPr lang="en-US" sz="1200" dirty="0">
                <a:latin typeface="Ember Modern Display Standard" panose="020B0503020204020204" pitchFamily="34" charset="0"/>
              </a:rPr>
              <a:t>. </a:t>
            </a:r>
            <a:r>
              <a:rPr lang="en-US" sz="1200" dirty="0" err="1">
                <a:latin typeface="Ember Modern Display Standard" panose="020B0503020204020204" pitchFamily="34" charset="0"/>
              </a:rPr>
              <a:t>Quisque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faucibus</a:t>
            </a:r>
            <a:r>
              <a:rPr lang="en-US" sz="1200" dirty="0">
                <a:latin typeface="Ember Modern Display Standard" panose="020B0503020204020204" pitchFamily="34" charset="0"/>
              </a:rPr>
              <a:t> ex </a:t>
            </a:r>
            <a:r>
              <a:rPr lang="en-US" sz="1200" dirty="0" err="1">
                <a:latin typeface="Ember Modern Display Standard" panose="020B0503020204020204" pitchFamily="34" charset="0"/>
              </a:rPr>
              <a:t>sapien</a:t>
            </a:r>
            <a:r>
              <a:rPr lang="en-US" sz="1200" dirty="0">
                <a:latin typeface="Ember Modern Display Standard" panose="020B0503020204020204" pitchFamily="34" charset="0"/>
              </a:rPr>
              <a:t> vitae </a:t>
            </a:r>
            <a:r>
              <a:rPr lang="en-US" sz="1200" dirty="0" err="1">
                <a:latin typeface="Ember Modern Display Standard" panose="020B0503020204020204" pitchFamily="34" charset="0"/>
              </a:rPr>
              <a:t>pellentesque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sem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placerat</a:t>
            </a:r>
            <a:r>
              <a:rPr lang="en-US" sz="1200" dirty="0">
                <a:latin typeface="Ember Modern Display Standard" panose="020B0503020204020204" pitchFamily="34" charset="0"/>
              </a:rPr>
              <a:t>. In id cursus mi </a:t>
            </a:r>
            <a:r>
              <a:rPr lang="en-US" sz="1200" dirty="0" err="1">
                <a:latin typeface="Ember Modern Display Standard" panose="020B0503020204020204" pitchFamily="34" charset="0"/>
              </a:rPr>
              <a:t>pretium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tellus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duis</a:t>
            </a:r>
            <a:r>
              <a:rPr lang="en-US" sz="1200" dirty="0">
                <a:latin typeface="Ember Modern Display Standard" panose="020B0503020204020204" pitchFamily="34" charset="0"/>
              </a:rPr>
              <a:t> convallis. Tempus </a:t>
            </a:r>
            <a:r>
              <a:rPr lang="en-US" sz="1200" dirty="0" err="1">
                <a:latin typeface="Ember Modern Display Standard" panose="020B0503020204020204" pitchFamily="34" charset="0"/>
              </a:rPr>
              <a:t>leo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eu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aenean</a:t>
            </a:r>
            <a:r>
              <a:rPr lang="en-US" sz="1200" dirty="0">
                <a:latin typeface="Ember Modern Display Standard" panose="020B0503020204020204" pitchFamily="34" charset="0"/>
              </a:rPr>
              <a:t> sed diam </a:t>
            </a:r>
            <a:r>
              <a:rPr lang="en-US" sz="1200" dirty="0" err="1">
                <a:latin typeface="Ember Modern Display Standard" panose="020B0503020204020204" pitchFamily="34" charset="0"/>
              </a:rPr>
              <a:t>urna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tempor</a:t>
            </a:r>
            <a:r>
              <a:rPr lang="en-US" sz="1200" dirty="0">
                <a:latin typeface="Ember Modern Display Standard" panose="020B0503020204020204" pitchFamily="34" charset="0"/>
              </a:rPr>
              <a:t>. Pulvinar </a:t>
            </a:r>
            <a:r>
              <a:rPr lang="en-US" sz="1200" dirty="0" err="1">
                <a:latin typeface="Ember Modern Display Standard" panose="020B0503020204020204" pitchFamily="34" charset="0"/>
              </a:rPr>
              <a:t>vivamus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fringilla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lacus</a:t>
            </a:r>
            <a:r>
              <a:rPr lang="en-US" sz="1200" dirty="0">
                <a:latin typeface="Ember Modern Display Standard" panose="020B0503020204020204" pitchFamily="34" charset="0"/>
              </a:rPr>
              <a:t> nec </a:t>
            </a:r>
            <a:r>
              <a:rPr lang="en-US" sz="1200" dirty="0" err="1">
                <a:latin typeface="Ember Modern Display Standard" panose="020B0503020204020204" pitchFamily="34" charset="0"/>
              </a:rPr>
              <a:t>metus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bibendum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egestas</a:t>
            </a:r>
            <a:r>
              <a:rPr lang="en-US" sz="1200" dirty="0">
                <a:latin typeface="Ember Modern Display Standard" panose="020B0503020204020204" pitchFamily="34" charset="0"/>
              </a:rPr>
              <a:t>. </a:t>
            </a:r>
            <a:r>
              <a:rPr lang="en-US" sz="1200" dirty="0" err="1">
                <a:latin typeface="Ember Modern Display Standard" panose="020B0503020204020204" pitchFamily="34" charset="0"/>
              </a:rPr>
              <a:t>Iaculis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massa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nisl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malesuada</a:t>
            </a:r>
            <a:r>
              <a:rPr lang="en-US" sz="1200" dirty="0">
                <a:latin typeface="Ember Modern Display Standard" panose="020B0503020204020204" pitchFamily="34" charset="0"/>
              </a:rPr>
              <a:t> lacinia integer nunc </a:t>
            </a:r>
            <a:r>
              <a:rPr lang="en-US" sz="1200" dirty="0" err="1">
                <a:latin typeface="Ember Modern Display Standard" panose="020B0503020204020204" pitchFamily="34" charset="0"/>
              </a:rPr>
              <a:t>posuere</a:t>
            </a:r>
            <a:r>
              <a:rPr lang="en-US" sz="1200" dirty="0">
                <a:latin typeface="Ember Modern Display Standard" panose="020B0503020204020204" pitchFamily="34" charset="0"/>
              </a:rPr>
              <a:t>. Ut </a:t>
            </a:r>
            <a:r>
              <a:rPr lang="en-US" sz="1200" dirty="0" err="1">
                <a:latin typeface="Ember Modern Display Standard" panose="020B0503020204020204" pitchFamily="34" charset="0"/>
              </a:rPr>
              <a:t>hendrerit</a:t>
            </a:r>
            <a:r>
              <a:rPr lang="en-US" sz="1200" dirty="0">
                <a:latin typeface="Ember Modern Display Standard" panose="020B0503020204020204" pitchFamily="34" charset="0"/>
              </a:rPr>
              <a:t> semper vel class </a:t>
            </a:r>
            <a:r>
              <a:rPr lang="en-US" sz="1200" dirty="0" err="1">
                <a:latin typeface="Ember Modern Display Standard" panose="020B0503020204020204" pitchFamily="34" charset="0"/>
              </a:rPr>
              <a:t>aptent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taciti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sociosqu</a:t>
            </a:r>
            <a:r>
              <a:rPr lang="en-US" sz="1200" dirty="0">
                <a:latin typeface="Ember Modern Display Standard" panose="020B0503020204020204" pitchFamily="34" charset="0"/>
              </a:rPr>
              <a:t>. Ad </a:t>
            </a:r>
            <a:r>
              <a:rPr lang="en-US" sz="1200" dirty="0" err="1">
                <a:latin typeface="Ember Modern Display Standard" panose="020B0503020204020204" pitchFamily="34" charset="0"/>
              </a:rPr>
              <a:t>litora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torquent</a:t>
            </a:r>
            <a:r>
              <a:rPr lang="en-US" sz="1200" dirty="0">
                <a:latin typeface="Ember Modern Display Standard" panose="020B0503020204020204" pitchFamily="34" charset="0"/>
              </a:rPr>
              <a:t> per </a:t>
            </a:r>
            <a:r>
              <a:rPr lang="en-US" sz="1200" dirty="0" err="1">
                <a:latin typeface="Ember Modern Display Standard" panose="020B0503020204020204" pitchFamily="34" charset="0"/>
              </a:rPr>
              <a:t>conubia</a:t>
            </a:r>
            <a:r>
              <a:rPr lang="en-US" sz="1200" dirty="0">
                <a:latin typeface="Ember Modern Display Standard" panose="020B0503020204020204" pitchFamily="34" charset="0"/>
              </a:rPr>
              <a:t> nostra </a:t>
            </a:r>
            <a:r>
              <a:rPr lang="en-US" sz="1200" dirty="0" err="1">
                <a:latin typeface="Ember Modern Display Standard" panose="020B0503020204020204" pitchFamily="34" charset="0"/>
              </a:rPr>
              <a:t>inceptos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himenaeos</a:t>
            </a:r>
            <a:r>
              <a:rPr lang="en-US" sz="1200" dirty="0">
                <a:latin typeface="Ember Modern Display Standard" panose="020B0503020204020204" pitchFamily="34" charset="0"/>
              </a:rPr>
              <a:t>.</a:t>
            </a:r>
          </a:p>
          <a:p>
            <a:endParaRPr lang="en-US" sz="1200" dirty="0">
              <a:latin typeface="Ember Modern Display Standard" panose="020B0503020204020204" pitchFamily="34" charset="0"/>
            </a:endParaRPr>
          </a:p>
          <a:p>
            <a:r>
              <a:rPr lang="en-US" sz="1200" dirty="0">
                <a:latin typeface="Ember Modern Display Standard" panose="020B0503020204020204" pitchFamily="34" charset="0"/>
              </a:rPr>
              <a:t>Lorem ipsum dolor sit </a:t>
            </a:r>
            <a:r>
              <a:rPr lang="en-US" sz="1200" dirty="0" err="1">
                <a:latin typeface="Ember Modern Display Standard" panose="020B0503020204020204" pitchFamily="34" charset="0"/>
              </a:rPr>
              <a:t>amet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consectetur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adipiscing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elit</a:t>
            </a:r>
            <a:r>
              <a:rPr lang="en-US" sz="1200" dirty="0">
                <a:latin typeface="Ember Modern Display Standard" panose="020B0503020204020204" pitchFamily="34" charset="0"/>
              </a:rPr>
              <a:t>. </a:t>
            </a:r>
            <a:r>
              <a:rPr lang="en-US" sz="1200" dirty="0" err="1">
                <a:latin typeface="Ember Modern Display Standard" panose="020B0503020204020204" pitchFamily="34" charset="0"/>
              </a:rPr>
              <a:t>Quisque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faucibus</a:t>
            </a:r>
            <a:r>
              <a:rPr lang="en-US" sz="1200" dirty="0">
                <a:latin typeface="Ember Modern Display Standard" panose="020B0503020204020204" pitchFamily="34" charset="0"/>
              </a:rPr>
              <a:t> ex </a:t>
            </a:r>
            <a:r>
              <a:rPr lang="en-US" sz="1200" dirty="0" err="1">
                <a:latin typeface="Ember Modern Display Standard" panose="020B0503020204020204" pitchFamily="34" charset="0"/>
              </a:rPr>
              <a:t>sapien</a:t>
            </a:r>
            <a:r>
              <a:rPr lang="en-US" sz="1200" dirty="0">
                <a:latin typeface="Ember Modern Display Standard" panose="020B0503020204020204" pitchFamily="34" charset="0"/>
              </a:rPr>
              <a:t> vitae </a:t>
            </a:r>
            <a:r>
              <a:rPr lang="en-US" sz="1200" dirty="0" err="1">
                <a:latin typeface="Ember Modern Display Standard" panose="020B0503020204020204" pitchFamily="34" charset="0"/>
              </a:rPr>
              <a:t>pellentesque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sem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placerat</a:t>
            </a:r>
            <a:r>
              <a:rPr lang="en-US" sz="1200" dirty="0">
                <a:latin typeface="Ember Modern Display Standard" panose="020B0503020204020204" pitchFamily="34" charset="0"/>
              </a:rPr>
              <a:t>. In id cursus mi </a:t>
            </a:r>
            <a:r>
              <a:rPr lang="en-US" sz="1200" dirty="0" err="1">
                <a:latin typeface="Ember Modern Display Standard" panose="020B0503020204020204" pitchFamily="34" charset="0"/>
              </a:rPr>
              <a:t>pretium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tellus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duis</a:t>
            </a:r>
            <a:r>
              <a:rPr lang="en-US" sz="1200" dirty="0">
                <a:latin typeface="Ember Modern Display Standard" panose="020B0503020204020204" pitchFamily="34" charset="0"/>
              </a:rPr>
              <a:t> convallis. Tempus </a:t>
            </a:r>
            <a:r>
              <a:rPr lang="en-US" sz="1200" dirty="0" err="1">
                <a:latin typeface="Ember Modern Display Standard" panose="020B0503020204020204" pitchFamily="34" charset="0"/>
              </a:rPr>
              <a:t>leo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eu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aenean</a:t>
            </a:r>
            <a:r>
              <a:rPr lang="en-US" sz="1200" dirty="0">
                <a:latin typeface="Ember Modern Display Standard" panose="020B0503020204020204" pitchFamily="34" charset="0"/>
              </a:rPr>
              <a:t> sed diam </a:t>
            </a:r>
            <a:r>
              <a:rPr lang="en-US" sz="1200" dirty="0" err="1">
                <a:latin typeface="Ember Modern Display Standard" panose="020B0503020204020204" pitchFamily="34" charset="0"/>
              </a:rPr>
              <a:t>urna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tempor</a:t>
            </a:r>
            <a:r>
              <a:rPr lang="en-US" sz="1200" dirty="0">
                <a:latin typeface="Ember Modern Display Standard" panose="020B0503020204020204" pitchFamily="34" charset="0"/>
              </a:rPr>
              <a:t>. Pulvinar </a:t>
            </a:r>
            <a:r>
              <a:rPr lang="en-US" sz="1200" dirty="0" err="1">
                <a:latin typeface="Ember Modern Display Standard" panose="020B0503020204020204" pitchFamily="34" charset="0"/>
              </a:rPr>
              <a:t>vivamus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fringilla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lacus</a:t>
            </a:r>
            <a:r>
              <a:rPr lang="en-US" sz="1200" dirty="0">
                <a:latin typeface="Ember Modern Display Standard" panose="020B0503020204020204" pitchFamily="34" charset="0"/>
              </a:rPr>
              <a:t> nec </a:t>
            </a:r>
            <a:r>
              <a:rPr lang="en-US" sz="1200" dirty="0" err="1">
                <a:latin typeface="Ember Modern Display Standard" panose="020B0503020204020204" pitchFamily="34" charset="0"/>
              </a:rPr>
              <a:t>metus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bibendum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egestas</a:t>
            </a:r>
            <a:r>
              <a:rPr lang="en-US" sz="1200" dirty="0">
                <a:latin typeface="Ember Modern Display Standard" panose="020B0503020204020204" pitchFamily="34" charset="0"/>
              </a:rPr>
              <a:t>. </a:t>
            </a:r>
            <a:r>
              <a:rPr lang="en-US" sz="1200" dirty="0" err="1">
                <a:latin typeface="Ember Modern Display Standard" panose="020B0503020204020204" pitchFamily="34" charset="0"/>
              </a:rPr>
              <a:t>Iaculis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massa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nisl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malesuada</a:t>
            </a:r>
            <a:r>
              <a:rPr lang="en-US" sz="1200" dirty="0">
                <a:latin typeface="Ember Modern Display Standard" panose="020B0503020204020204" pitchFamily="34" charset="0"/>
              </a:rPr>
              <a:t> lacinia integer nunc </a:t>
            </a:r>
            <a:r>
              <a:rPr lang="en-US" sz="1200" dirty="0" err="1">
                <a:latin typeface="Ember Modern Display Standard" panose="020B0503020204020204" pitchFamily="34" charset="0"/>
              </a:rPr>
              <a:t>posuere</a:t>
            </a:r>
            <a:r>
              <a:rPr lang="en-US" sz="1200" dirty="0">
                <a:latin typeface="Ember Modern Display Standard" panose="020B0503020204020204" pitchFamily="34" charset="0"/>
              </a:rPr>
              <a:t>. Ut </a:t>
            </a:r>
            <a:r>
              <a:rPr lang="en-US" sz="1200" dirty="0" err="1">
                <a:latin typeface="Ember Modern Display Standard" panose="020B0503020204020204" pitchFamily="34" charset="0"/>
              </a:rPr>
              <a:t>hendrerit</a:t>
            </a:r>
            <a:r>
              <a:rPr lang="en-US" sz="1200" dirty="0">
                <a:latin typeface="Ember Modern Display Standard" panose="020B0503020204020204" pitchFamily="34" charset="0"/>
              </a:rPr>
              <a:t> semper vel class </a:t>
            </a:r>
            <a:r>
              <a:rPr lang="en-US" sz="1200" dirty="0" err="1">
                <a:latin typeface="Ember Modern Display Standard" panose="020B0503020204020204" pitchFamily="34" charset="0"/>
              </a:rPr>
              <a:t>aptent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taciti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sociosqu</a:t>
            </a:r>
            <a:r>
              <a:rPr lang="en-US" sz="1200" dirty="0">
                <a:latin typeface="Ember Modern Display Standard" panose="020B0503020204020204" pitchFamily="34" charset="0"/>
              </a:rPr>
              <a:t>. Ad </a:t>
            </a:r>
            <a:r>
              <a:rPr lang="en-US" sz="1200" dirty="0" err="1">
                <a:latin typeface="Ember Modern Display Standard" panose="020B0503020204020204" pitchFamily="34" charset="0"/>
              </a:rPr>
              <a:t>litora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torquent</a:t>
            </a:r>
            <a:r>
              <a:rPr lang="en-US" sz="1200" dirty="0">
                <a:latin typeface="Ember Modern Display Standard" panose="020B0503020204020204" pitchFamily="34" charset="0"/>
              </a:rPr>
              <a:t> per </a:t>
            </a:r>
            <a:r>
              <a:rPr lang="en-US" sz="1200" dirty="0" err="1">
                <a:latin typeface="Ember Modern Display Standard" panose="020B0503020204020204" pitchFamily="34" charset="0"/>
              </a:rPr>
              <a:t>conubia</a:t>
            </a:r>
            <a:r>
              <a:rPr lang="en-US" sz="1200" dirty="0">
                <a:latin typeface="Ember Modern Display Standard" panose="020B0503020204020204" pitchFamily="34" charset="0"/>
              </a:rPr>
              <a:t> nostra </a:t>
            </a:r>
            <a:r>
              <a:rPr lang="en-US" sz="1200" dirty="0" err="1">
                <a:latin typeface="Ember Modern Display Standard" panose="020B0503020204020204" pitchFamily="34" charset="0"/>
              </a:rPr>
              <a:t>inceptos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himenaeos</a:t>
            </a:r>
            <a:r>
              <a:rPr lang="en-US" sz="1200" dirty="0">
                <a:latin typeface="Ember Modern Display Standard" panose="020B0503020204020204" pitchFamily="34" charset="0"/>
              </a:rPr>
              <a:t>.</a:t>
            </a:r>
          </a:p>
          <a:p>
            <a:endParaRPr lang="en-US" sz="1200" dirty="0">
              <a:latin typeface="Ember Modern Display Standard" panose="020B0503020204020204" pitchFamily="34" charset="0"/>
            </a:endParaRPr>
          </a:p>
          <a:p>
            <a:r>
              <a:rPr lang="en-US" sz="1200" dirty="0">
                <a:latin typeface="Ember Modern Display Standard" panose="020B0503020204020204" pitchFamily="34" charset="0"/>
              </a:rPr>
              <a:t>Lorem ipsum dolor sit </a:t>
            </a:r>
            <a:r>
              <a:rPr lang="en-US" sz="1200" dirty="0" err="1">
                <a:latin typeface="Ember Modern Display Standard" panose="020B0503020204020204" pitchFamily="34" charset="0"/>
              </a:rPr>
              <a:t>amet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consectetur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adipiscing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elit</a:t>
            </a:r>
            <a:r>
              <a:rPr lang="en-US" sz="1200" dirty="0">
                <a:latin typeface="Ember Modern Display Standard" panose="020B0503020204020204" pitchFamily="34" charset="0"/>
              </a:rPr>
              <a:t>. </a:t>
            </a:r>
            <a:r>
              <a:rPr lang="en-US" sz="1200" dirty="0" err="1">
                <a:latin typeface="Ember Modern Display Standard" panose="020B0503020204020204" pitchFamily="34" charset="0"/>
              </a:rPr>
              <a:t>Quisque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faucibus</a:t>
            </a:r>
            <a:r>
              <a:rPr lang="en-US" sz="1200" dirty="0">
                <a:latin typeface="Ember Modern Display Standard" panose="020B0503020204020204" pitchFamily="34" charset="0"/>
              </a:rPr>
              <a:t> ex </a:t>
            </a:r>
            <a:r>
              <a:rPr lang="en-US" sz="1200" dirty="0" err="1">
                <a:latin typeface="Ember Modern Display Standard" panose="020B0503020204020204" pitchFamily="34" charset="0"/>
              </a:rPr>
              <a:t>sapien</a:t>
            </a:r>
            <a:r>
              <a:rPr lang="en-US" sz="1200" dirty="0">
                <a:latin typeface="Ember Modern Display Standard" panose="020B0503020204020204" pitchFamily="34" charset="0"/>
              </a:rPr>
              <a:t> vitae </a:t>
            </a:r>
            <a:r>
              <a:rPr lang="en-US" sz="1200" dirty="0" err="1">
                <a:latin typeface="Ember Modern Display Standard" panose="020B0503020204020204" pitchFamily="34" charset="0"/>
              </a:rPr>
              <a:t>pellentesque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sem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placerat</a:t>
            </a:r>
            <a:r>
              <a:rPr lang="en-US" sz="1200" dirty="0">
                <a:latin typeface="Ember Modern Display Standard" panose="020B0503020204020204" pitchFamily="34" charset="0"/>
              </a:rPr>
              <a:t>. In id cursus mi </a:t>
            </a:r>
            <a:r>
              <a:rPr lang="en-US" sz="1200" dirty="0" err="1">
                <a:latin typeface="Ember Modern Display Standard" panose="020B0503020204020204" pitchFamily="34" charset="0"/>
              </a:rPr>
              <a:t>pretium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tellus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duis</a:t>
            </a:r>
            <a:r>
              <a:rPr lang="en-US" sz="1200" dirty="0">
                <a:latin typeface="Ember Modern Display Standard" panose="020B0503020204020204" pitchFamily="34" charset="0"/>
              </a:rPr>
              <a:t> convallis. Tempus </a:t>
            </a:r>
            <a:r>
              <a:rPr lang="en-US" sz="1200" dirty="0" err="1">
                <a:latin typeface="Ember Modern Display Standard" panose="020B0503020204020204" pitchFamily="34" charset="0"/>
              </a:rPr>
              <a:t>leo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eu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aenean</a:t>
            </a:r>
            <a:r>
              <a:rPr lang="en-US" sz="1200" dirty="0">
                <a:latin typeface="Ember Modern Display Standard" panose="020B0503020204020204" pitchFamily="34" charset="0"/>
              </a:rPr>
              <a:t> sed diam </a:t>
            </a:r>
            <a:r>
              <a:rPr lang="en-US" sz="1200" dirty="0" err="1">
                <a:latin typeface="Ember Modern Display Standard" panose="020B0503020204020204" pitchFamily="34" charset="0"/>
              </a:rPr>
              <a:t>urna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tempor</a:t>
            </a:r>
            <a:r>
              <a:rPr lang="en-US" sz="1200" dirty="0">
                <a:latin typeface="Ember Modern Display Standard" panose="020B0503020204020204" pitchFamily="34" charset="0"/>
              </a:rPr>
              <a:t>. Pulvinar </a:t>
            </a:r>
            <a:r>
              <a:rPr lang="en-US" sz="1200" dirty="0" err="1">
                <a:latin typeface="Ember Modern Display Standard" panose="020B0503020204020204" pitchFamily="34" charset="0"/>
              </a:rPr>
              <a:t>vivamus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fringilla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lacus</a:t>
            </a:r>
            <a:r>
              <a:rPr lang="en-US" sz="1200" dirty="0">
                <a:latin typeface="Ember Modern Display Standard" panose="020B0503020204020204" pitchFamily="34" charset="0"/>
              </a:rPr>
              <a:t> nec </a:t>
            </a:r>
            <a:r>
              <a:rPr lang="en-US" sz="1200" dirty="0" err="1">
                <a:latin typeface="Ember Modern Display Standard" panose="020B0503020204020204" pitchFamily="34" charset="0"/>
              </a:rPr>
              <a:t>metus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bibendum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egestas</a:t>
            </a:r>
            <a:r>
              <a:rPr lang="en-US" sz="1200" dirty="0">
                <a:latin typeface="Ember Modern Display Standard" panose="020B0503020204020204" pitchFamily="34" charset="0"/>
              </a:rPr>
              <a:t>. Iaculis </a:t>
            </a:r>
            <a:r>
              <a:rPr lang="en-US" sz="1200" dirty="0" err="1">
                <a:latin typeface="Ember Modern Display Standard" panose="020B0503020204020204" pitchFamily="34" charset="0"/>
              </a:rPr>
              <a:t>massa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nisl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malesuada</a:t>
            </a:r>
            <a:r>
              <a:rPr lang="en-US" sz="1200" dirty="0">
                <a:latin typeface="Ember Modern Display Standard" panose="020B0503020204020204" pitchFamily="34" charset="0"/>
              </a:rPr>
              <a:t> lacinia integer nunc </a:t>
            </a:r>
            <a:r>
              <a:rPr lang="en-US" sz="1200" dirty="0" err="1">
                <a:latin typeface="Ember Modern Display Standard" panose="020B0503020204020204" pitchFamily="34" charset="0"/>
              </a:rPr>
              <a:t>posuere</a:t>
            </a:r>
            <a:r>
              <a:rPr lang="en-US" sz="1200" dirty="0">
                <a:latin typeface="Ember Modern Display Standard" panose="020B0503020204020204" pitchFamily="34" charset="0"/>
              </a:rPr>
              <a:t>. Ut </a:t>
            </a:r>
            <a:r>
              <a:rPr lang="en-US" sz="1200" dirty="0" err="1">
                <a:latin typeface="Ember Modern Display Standard" panose="020B0503020204020204" pitchFamily="34" charset="0"/>
              </a:rPr>
              <a:t>hendrerit</a:t>
            </a:r>
            <a:r>
              <a:rPr lang="en-US" sz="1200" dirty="0">
                <a:latin typeface="Ember Modern Display Standard" panose="020B0503020204020204" pitchFamily="34" charset="0"/>
              </a:rPr>
              <a:t> semper vel class </a:t>
            </a:r>
            <a:r>
              <a:rPr lang="en-US" sz="1200" dirty="0" err="1">
                <a:latin typeface="Ember Modern Display Standard" panose="020B0503020204020204" pitchFamily="34" charset="0"/>
              </a:rPr>
              <a:t>aptent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taciti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sociosqu</a:t>
            </a:r>
            <a:r>
              <a:rPr lang="en-US" sz="1200" dirty="0">
                <a:latin typeface="Ember Modern Display Standard" panose="020B0503020204020204" pitchFamily="34" charset="0"/>
              </a:rPr>
              <a:t>. Ad </a:t>
            </a:r>
            <a:r>
              <a:rPr lang="en-US" sz="1200" dirty="0" err="1">
                <a:latin typeface="Ember Modern Display Standard" panose="020B0503020204020204" pitchFamily="34" charset="0"/>
              </a:rPr>
              <a:t>litora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torquent</a:t>
            </a:r>
            <a:r>
              <a:rPr lang="en-US" sz="1200" dirty="0">
                <a:latin typeface="Ember Modern Display Standard" panose="020B0503020204020204" pitchFamily="34" charset="0"/>
              </a:rPr>
              <a:t> per </a:t>
            </a:r>
            <a:r>
              <a:rPr lang="en-US" sz="1200" dirty="0" err="1">
                <a:latin typeface="Ember Modern Display Standard" panose="020B0503020204020204" pitchFamily="34" charset="0"/>
              </a:rPr>
              <a:t>conubia</a:t>
            </a:r>
            <a:r>
              <a:rPr lang="en-US" sz="1200" dirty="0">
                <a:latin typeface="Ember Modern Display Standard" panose="020B0503020204020204" pitchFamily="34" charset="0"/>
              </a:rPr>
              <a:t> nostra </a:t>
            </a:r>
            <a:r>
              <a:rPr lang="en-US" sz="1200" dirty="0" err="1">
                <a:latin typeface="Ember Modern Display Standard" panose="020B0503020204020204" pitchFamily="34" charset="0"/>
              </a:rPr>
              <a:t>inceptos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himenaeos</a:t>
            </a:r>
            <a:r>
              <a:rPr lang="en-US" sz="1200" dirty="0">
                <a:latin typeface="Ember Modern Display Standard" panose="020B0503020204020204" pitchFamily="34" charset="0"/>
              </a:rPr>
              <a:t>.</a:t>
            </a:r>
          </a:p>
          <a:p>
            <a:endParaRPr lang="en-US" sz="1200" dirty="0">
              <a:latin typeface="Ember Modern Display Standard" panose="020B0503020204020204" pitchFamily="34" charset="0"/>
            </a:endParaRPr>
          </a:p>
          <a:p>
            <a:r>
              <a:rPr lang="en-US" sz="1200" dirty="0">
                <a:latin typeface="Ember Modern Display Standard" panose="020B0503020204020204" pitchFamily="34" charset="0"/>
              </a:rPr>
              <a:t>Lorem ipsum dolor sit </a:t>
            </a:r>
            <a:r>
              <a:rPr lang="en-US" sz="1200" dirty="0" err="1">
                <a:latin typeface="Ember Modern Display Standard" panose="020B0503020204020204" pitchFamily="34" charset="0"/>
              </a:rPr>
              <a:t>amet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consectetur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adipiscing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elit</a:t>
            </a:r>
            <a:r>
              <a:rPr lang="en-US" sz="1200" dirty="0">
                <a:latin typeface="Ember Modern Display Standard" panose="020B0503020204020204" pitchFamily="34" charset="0"/>
              </a:rPr>
              <a:t>. </a:t>
            </a:r>
            <a:r>
              <a:rPr lang="en-US" sz="1200" dirty="0" err="1">
                <a:latin typeface="Ember Modern Display Standard" panose="020B0503020204020204" pitchFamily="34" charset="0"/>
              </a:rPr>
              <a:t>Quisque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faucibus</a:t>
            </a:r>
            <a:r>
              <a:rPr lang="en-US" sz="1200" dirty="0">
                <a:latin typeface="Ember Modern Display Standard" panose="020B0503020204020204" pitchFamily="34" charset="0"/>
              </a:rPr>
              <a:t> ex </a:t>
            </a:r>
            <a:r>
              <a:rPr lang="en-US" sz="1200" dirty="0" err="1">
                <a:latin typeface="Ember Modern Display Standard" panose="020B0503020204020204" pitchFamily="34" charset="0"/>
              </a:rPr>
              <a:t>sapien</a:t>
            </a:r>
            <a:r>
              <a:rPr lang="en-US" sz="1200" dirty="0">
                <a:latin typeface="Ember Modern Display Standard" panose="020B0503020204020204" pitchFamily="34" charset="0"/>
              </a:rPr>
              <a:t> vitae </a:t>
            </a:r>
            <a:r>
              <a:rPr lang="en-US" sz="1200" dirty="0" err="1">
                <a:latin typeface="Ember Modern Display Standard" panose="020B0503020204020204" pitchFamily="34" charset="0"/>
              </a:rPr>
              <a:t>pellentesque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sem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placerat</a:t>
            </a:r>
            <a:r>
              <a:rPr lang="en-US" sz="1200" dirty="0">
                <a:latin typeface="Ember Modern Display Standard" panose="020B0503020204020204" pitchFamily="34" charset="0"/>
              </a:rPr>
              <a:t>. In id cursus mi </a:t>
            </a:r>
            <a:r>
              <a:rPr lang="en-US" sz="1200" dirty="0" err="1">
                <a:latin typeface="Ember Modern Display Standard" panose="020B0503020204020204" pitchFamily="34" charset="0"/>
              </a:rPr>
              <a:t>pretium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tellus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duis</a:t>
            </a:r>
            <a:r>
              <a:rPr lang="en-US" sz="1200" dirty="0">
                <a:latin typeface="Ember Modern Display Standard" panose="020B0503020204020204" pitchFamily="34" charset="0"/>
              </a:rPr>
              <a:t> convallis. Tempus </a:t>
            </a:r>
            <a:r>
              <a:rPr lang="en-US" sz="1200" dirty="0" err="1">
                <a:latin typeface="Ember Modern Display Standard" panose="020B0503020204020204" pitchFamily="34" charset="0"/>
              </a:rPr>
              <a:t>leo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eu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aenean</a:t>
            </a:r>
            <a:r>
              <a:rPr lang="en-US" sz="1200" dirty="0">
                <a:latin typeface="Ember Modern Display Standard" panose="020B0503020204020204" pitchFamily="34" charset="0"/>
              </a:rPr>
              <a:t> sed diam </a:t>
            </a:r>
            <a:r>
              <a:rPr lang="en-US" sz="1200" dirty="0" err="1">
                <a:latin typeface="Ember Modern Display Standard" panose="020B0503020204020204" pitchFamily="34" charset="0"/>
              </a:rPr>
              <a:t>urna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tempor</a:t>
            </a:r>
            <a:r>
              <a:rPr lang="en-US" sz="1200" dirty="0">
                <a:latin typeface="Ember Modern Display Standard" panose="020B0503020204020204" pitchFamily="34" charset="0"/>
              </a:rPr>
              <a:t>. Pulvinar </a:t>
            </a:r>
            <a:r>
              <a:rPr lang="en-US" sz="1200" dirty="0" err="1">
                <a:latin typeface="Ember Modern Display Standard" panose="020B0503020204020204" pitchFamily="34" charset="0"/>
              </a:rPr>
              <a:t>vivamus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fringilla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lacus</a:t>
            </a:r>
            <a:r>
              <a:rPr lang="en-US" sz="1200" dirty="0">
                <a:latin typeface="Ember Modern Display Standard" panose="020B0503020204020204" pitchFamily="34" charset="0"/>
              </a:rPr>
              <a:t> nec </a:t>
            </a:r>
            <a:r>
              <a:rPr lang="en-US" sz="1200" dirty="0" err="1">
                <a:latin typeface="Ember Modern Display Standard" panose="020B0503020204020204" pitchFamily="34" charset="0"/>
              </a:rPr>
              <a:t>metus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bibendum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egestas</a:t>
            </a:r>
            <a:r>
              <a:rPr lang="en-US" sz="1200" dirty="0">
                <a:latin typeface="Ember Modern Display Standard" panose="020B0503020204020204" pitchFamily="34" charset="0"/>
              </a:rPr>
              <a:t>. Iaculis </a:t>
            </a:r>
            <a:r>
              <a:rPr lang="en-US" sz="1200" dirty="0" err="1">
                <a:latin typeface="Ember Modern Display Standard" panose="020B0503020204020204" pitchFamily="34" charset="0"/>
              </a:rPr>
              <a:t>massa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nisl</a:t>
            </a:r>
            <a:r>
              <a:rPr lang="en-US" sz="1200" dirty="0">
                <a:latin typeface="Ember Modern Display Standard" panose="020B0503020204020204" pitchFamily="34" charset="0"/>
              </a:rPr>
              <a:t> </a:t>
            </a:r>
            <a:r>
              <a:rPr lang="en-US" sz="1200" dirty="0" err="1">
                <a:latin typeface="Ember Modern Display Standard" panose="020B0503020204020204" pitchFamily="34" charset="0"/>
              </a:rPr>
              <a:t>malesuada</a:t>
            </a:r>
            <a:r>
              <a:rPr lang="en-US" sz="1200" dirty="0">
                <a:latin typeface="Ember Modern Display Standard" panose="020B0503020204020204" pitchFamily="34" charset="0"/>
              </a:rPr>
              <a:t> lacinia integer nunc </a:t>
            </a:r>
            <a:r>
              <a:rPr lang="en-US" sz="1200" dirty="0" err="1">
                <a:latin typeface="Ember Modern Display Standard" panose="020B0503020204020204" pitchFamily="34" charset="0"/>
              </a:rPr>
              <a:t>posuere</a:t>
            </a:r>
            <a:r>
              <a:rPr lang="en-US" sz="1200" dirty="0">
                <a:latin typeface="Ember Modern Display Standard" panose="020B0503020204020204" pitchFamily="34" charset="0"/>
              </a:rPr>
              <a:t>. </a:t>
            </a:r>
          </a:p>
        </p:txBody>
      </p:sp>
      <p:sp>
        <p:nvSpPr>
          <p:cNvPr id="2" name="Google Shape;267;p42">
            <a:extLst>
              <a:ext uri="{FF2B5EF4-FFF2-40B4-BE49-F238E27FC236}">
                <a16:creationId xmlns:a16="http://schemas.microsoft.com/office/drawing/2014/main" id="{25C426BC-3C84-EEEE-F6B4-050A4A5F0CF5}"/>
              </a:ext>
            </a:extLst>
          </p:cNvPr>
          <p:cNvSpPr txBox="1"/>
          <p:nvPr/>
        </p:nvSpPr>
        <p:spPr>
          <a:xfrm>
            <a:off x="316975" y="441425"/>
            <a:ext cx="8358111" cy="8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accent2"/>
                </a:solidFill>
                <a:latin typeface="Ember Modern Display Standard" panose="020B0503020204020204" pitchFamily="34" charset="0"/>
                <a:ea typeface="Special Gothic"/>
                <a:cs typeface="Special Gothic"/>
                <a:sym typeface="Special Gothic"/>
              </a:rPr>
              <a:t>Title</a:t>
            </a:r>
            <a:r>
              <a:rPr lang="en" sz="3000" b="1" dirty="0">
                <a:solidFill>
                  <a:schemeClr val="dk1"/>
                </a:solidFill>
                <a:latin typeface="Ember Modern Display Standard" panose="020B0503020204020204" pitchFamily="34" charset="0"/>
                <a:ea typeface="Special Gothic"/>
                <a:cs typeface="Special Gothic"/>
                <a:sym typeface="Special Gothic"/>
              </a:rPr>
              <a:t> </a:t>
            </a:r>
            <a:r>
              <a:rPr lang="en" sz="3000" b="1" dirty="0">
                <a:solidFill>
                  <a:srgbClr val="FF6200"/>
                </a:solidFill>
                <a:latin typeface="Ember Modern Display Standard" panose="020B0503020204020204" pitchFamily="34" charset="0"/>
                <a:ea typeface="Special Gothic"/>
                <a:cs typeface="Special Gothic"/>
                <a:sym typeface="Special Gothic"/>
              </a:rPr>
              <a:t>Title</a:t>
            </a:r>
            <a:br>
              <a:rPr lang="en" sz="1100" dirty="0">
                <a:solidFill>
                  <a:srgbClr val="222222"/>
                </a:solidFill>
                <a:highlight>
                  <a:srgbClr val="FFFFFF"/>
                </a:highlight>
                <a:latin typeface="Ember Modern Display Standard" panose="020B0503020204020204" pitchFamily="34" charset="0"/>
                <a:ea typeface="Special Gothic"/>
                <a:cs typeface="Special Gothic"/>
                <a:sym typeface="Special Gothic"/>
              </a:rPr>
            </a:br>
            <a:br>
              <a:rPr lang="en" sz="1100" dirty="0">
                <a:solidFill>
                  <a:schemeClr val="accent2"/>
                </a:solidFill>
                <a:highlight>
                  <a:srgbClr val="FFFFFF"/>
                </a:highlight>
                <a:latin typeface="Ember Modern Display Standard" panose="020B0503020204020204" pitchFamily="34" charset="0"/>
                <a:ea typeface="Special Gothic"/>
                <a:cs typeface="Special Gothic"/>
                <a:sym typeface="Special Gothic"/>
              </a:rPr>
            </a:br>
            <a:r>
              <a:rPr lang="en" sz="1100" dirty="0">
                <a:solidFill>
                  <a:schemeClr val="accent2"/>
                </a:solidFill>
                <a:latin typeface="Ember Modern Display Standard" panose="020B0503020204020204" pitchFamily="34" charset="0"/>
              </a:rPr>
              <a:t>Sub-Header</a:t>
            </a:r>
            <a:endParaRPr sz="3000" b="1" dirty="0">
              <a:solidFill>
                <a:schemeClr val="accent2"/>
              </a:solidFill>
              <a:latin typeface="Ember Modern Display Standard" panose="020B0503020204020204" pitchFamily="34" charset="0"/>
              <a:ea typeface="Special Gothic"/>
              <a:cs typeface="Special Gothic"/>
              <a:sym typeface="Special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D26"/>
        </a:solidFill>
        <a:effectLst/>
      </p:bgPr>
    </p:bg>
    <p:spTree>
      <p:nvGrpSpPr>
        <p:cNvPr id="1" name="Shape 124">
          <a:extLst>
            <a:ext uri="{FF2B5EF4-FFF2-40B4-BE49-F238E27FC236}">
              <a16:creationId xmlns:a16="http://schemas.microsoft.com/office/drawing/2014/main" id="{73DD50EC-CAFF-8F02-F010-6694E0B1F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6">
            <a:extLst>
              <a:ext uri="{FF2B5EF4-FFF2-40B4-BE49-F238E27FC236}">
                <a16:creationId xmlns:a16="http://schemas.microsoft.com/office/drawing/2014/main" id="{FB03AD22-4ED4-FE94-6FE7-8417ED8F81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7675" y="403650"/>
            <a:ext cx="8181300" cy="4153800"/>
          </a:xfrm>
          <a:prstGeom prst="roundRect">
            <a:avLst>
              <a:gd name="adj" fmla="val 2303"/>
            </a:avLst>
          </a:prstGeom>
          <a:solidFill>
            <a:srgbClr val="2934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 descr="A logo of a company&#10;&#10;AI-generated content may be incorrect.">
            <a:extLst>
              <a:ext uri="{FF2B5EF4-FFF2-40B4-BE49-F238E27FC236}">
                <a16:creationId xmlns:a16="http://schemas.microsoft.com/office/drawing/2014/main" id="{7EBF125C-021C-FEB9-9139-9A3274BE589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94907" y="4731974"/>
            <a:ext cx="554186" cy="185801"/>
          </a:xfrm>
          <a:prstGeom prst="rect">
            <a:avLst/>
          </a:prstGeom>
        </p:spPr>
      </p:pic>
      <p:sp>
        <p:nvSpPr>
          <p:cNvPr id="4" name="Google Shape;572;p58">
            <a:extLst>
              <a:ext uri="{FF2B5EF4-FFF2-40B4-BE49-F238E27FC236}">
                <a16:creationId xmlns:a16="http://schemas.microsoft.com/office/drawing/2014/main" id="{2BD61A1F-1DC5-B773-FCE6-6725995FE91D}"/>
              </a:ext>
            </a:extLst>
          </p:cNvPr>
          <p:cNvSpPr/>
          <p:nvPr/>
        </p:nvSpPr>
        <p:spPr>
          <a:xfrm>
            <a:off x="3035315" y="3156693"/>
            <a:ext cx="3114474" cy="292800"/>
          </a:xfrm>
          <a:prstGeom prst="roundRect">
            <a:avLst>
              <a:gd name="adj" fmla="val 50000"/>
            </a:avLst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EEEEEE"/>
              </a:solidFill>
              <a:latin typeface="Ember Modern Display Standard" panose="020B0503020204020204" pitchFamily="34" charset="0"/>
              <a:ea typeface="Amazon Ember" panose="020B0603020204020204" pitchFamily="34" charset="0"/>
              <a:cs typeface="Amazon Ember" panose="020B0603020204020204" pitchFamily="34" charset="0"/>
              <a:sym typeface="Special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3227969509"/>
      </p:ext>
    </p:extLst>
  </p:cSld>
  <p:clrMapOvr>
    <a:masterClrMapping/>
  </p:clrMapOvr>
</p:sld>
</file>

<file path=ppt/theme/theme1.xml><?xml version="1.0" encoding="utf-8"?>
<a:theme xmlns:a="http://schemas.openxmlformats.org/drawingml/2006/main" name="Amazon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6200"/>
      </a:accent1>
      <a:accent2>
        <a:srgbClr val="161D26"/>
      </a:accent2>
      <a:accent3>
        <a:srgbClr val="F5F3EF"/>
      </a:accent3>
      <a:accent4>
        <a:srgbClr val="FFB28B"/>
      </a:accent4>
      <a:accent5>
        <a:srgbClr val="D1CAC2"/>
      </a:accent5>
      <a:accent6>
        <a:srgbClr val="D6DCE7"/>
      </a:accent6>
      <a:hlink>
        <a:srgbClr val="B6BFB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473</TotalTime>
  <Words>285</Words>
  <Application>Microsoft Office PowerPoint</Application>
  <PresentationFormat>On-screen Show (16:9)</PresentationFormat>
  <Paragraphs>13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Ember Modern Display Standard</vt:lpstr>
      <vt:lpstr>Arial</vt:lpstr>
      <vt:lpstr>Helvetica Neue</vt:lpstr>
      <vt:lpstr>Play</vt:lpstr>
      <vt:lpstr>Amazon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Kumar A, Lathish</dc:creator>
  <cp:lastModifiedBy>Kumar A, Lathish</cp:lastModifiedBy>
  <cp:revision>16</cp:revision>
  <dcterms:modified xsi:type="dcterms:W3CDTF">2026-10-03T09:35:33Z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2026-01-29T18:51:21Z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c58a1bf8-dfa2-42af-b639-c349773bb8a9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10, 3, 0, 1</vt:lpwstr>
  </property>
</Properties>
</file>